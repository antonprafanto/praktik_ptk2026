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3" r:id="rId24"/>
    <p:sldId id="274" r:id="rId25"/>
    <p:sldId id="275" r:id="rId26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09728" cy="6858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31352" y="-457200"/>
            <a:ext cx="3657600" cy="36576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45752" y="457200"/>
            <a:ext cx="2743200" cy="27432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FAKULTAS PETERNAKAN  |  UNIVERSITAS MULAWARMAN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914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FBF73"/>
                </a:solidFill>
                <a:latin typeface="Segoe UI Emoji"/>
              </a:rPr>
              <a:t>🌐  📡  🐄  💻  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INTERNET of THINGS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Calibri"/>
              </a:rPr>
              <a:t>(IoT)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6FBF73"/>
                </a:solidFill>
                <a:latin typeface="Calibri"/>
              </a:rPr>
              <a:t>Teknologi Pintar untuk Peternakan Modern Kaltim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86200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05072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5F5F0"/>
                </a:solidFill>
                <a:latin typeface="Calibri"/>
              </a:rPr>
              <a:t>Materi Pengenalan Praktis &amp; Populer untuk Mahasiswa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5F5F0"/>
                </a:solidFill>
                <a:latin typeface="Calibri"/>
              </a:rPr>
              <a:t>TIDAK memerlukan latar belakang IT, coding, atau elektronika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17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Samarinda,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📋  Agenda Materi Kuliah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🛡️  Mitos vs Fakta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0299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Kenapa anak peternakan tidak usah takut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670048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99008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9900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072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🤔  Apa &amp; Bagaimana IoT?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284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Konsep paling dasar &amp; cara kerjanya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968496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42885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2885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0565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🌟  IoT di Sekitar Kita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62686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Contoh teknologi yang sudah kita pakai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266944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5586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58698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0410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⚖️  Tradisional vs Smart Farm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9253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Perbandingan efisiensi kerja kandang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371600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169164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🐄  6 Aplikasi di Kandang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0299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Penerapan nyata sensor pada ternak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2670048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09360" y="299008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9900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8072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🗺️  Studi Kasus Sapi Bali (SISKA)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284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Penerapan lokal di perkebunan sawit Kaltim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3968496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09360" y="42885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2885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10565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⚠️  Tantangan &amp; Glosarium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462686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Kendala lapangan &amp; kamus istilah pemula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5266944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09360" y="5586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558698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40410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Segoe UI Emoji"/>
              </a:rPr>
              <a:t>🚀  Karir &amp; Langkah Awal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59253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Peluang emas masa depan kamu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01 | Penting: Apakah Mahasiswa Peternakan Harus Bisa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❌  Mitos yang Salah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Harus jago coding program komputer rumit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Harus mengerti elektronika &amp; menyolder kabel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Harus membuat &amp; merakit sensor sendiri dari nol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Hanya anak Teknik Elektro/IT yang bisa memakai IoT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✗  Mengoperasikan IoT itu pusing &amp; banyak tombol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43600" cy="51663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087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✅  Fakta Sebenarnya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9456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IoT modern sifatnya 'Plug and Play' (Tinggal Pakai)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Sudah disediakan pabrik, tidak perlu merakit kabel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Memakainya semudah menggunakan WhatsApp/TikTok di HP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Tugas utama kamu adalah memahami ternak &amp; membaca data di HP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5F5F0"/>
                </a:solidFill>
                <a:latin typeface="Calibri"/>
              </a:rPr>
              <a:t>✓  Anak IT membuat alatnya, anak Peternakan menggunakannya untuk profit!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02  |  Apa itu IoT?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11521440" cy="13716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A623"/>
                </a:solidFill>
                <a:latin typeface="Calibri"/>
              </a:rPr>
              <a:t>IoT = Internet of Things  ( "Internet dari Benda-Benda"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5F5F0"/>
                </a:solidFill>
                <a:latin typeface="Calibri"/>
              </a:rPr>
              <a:t>Teknologi yang memasang sensor pintar pada benda fisik (seperti kalung sapi, tempat pakan, atau kandang) sehingga benda tersebut bisa mengirim data otomatis ke HP kamu lewat internet.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62E"/>
                </a:solidFill>
                <a:latin typeface="Calibri"/>
              </a:rPr>
              <a:t>Analogi Termometer Kandang Sapi: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3375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931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Termometer Tradisional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389120"/>
            <a:ext cx="3346704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Peternak harus jalan ke
kandang, melihat angka,
lalu mencatat manual di kertas.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3375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931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Termometer 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4389120"/>
            <a:ext cx="3346704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Sensor kirim data suhu otomatis
lewat internet ke server/HP kamu
setiap 5 menit sekali.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33375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931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Keuntungan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4389120"/>
            <a:ext cx="3346704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Kamu bisa pantau suhu kandang
lewat HP saat di rumah, kuliah,
atau di mana saja!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5072" y="457200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457200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Segoe UI Emoji"/>
              </a:rPr>
              <a:t>💡  Benda Biasa  +  Sensor Pintar  +  Koneksi Internet  =  Benda 'Pintar' Pelapor Data!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02 | Bagaimana Alur Kerja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FBF73"/>
                </a:solidFill>
                <a:latin typeface="Calibri"/>
              </a:rPr>
              <a:t>Alur data bekerja otomatis tanpa perlu campur tangan peternak setiap saat: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1. SENSOR
(Mengukur)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Mengambil data di kandang.
Contoh: mengukur suhu udara,
detak jantung ternak,
atau sisa pakan.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2384" y="3977639"/>
            <a:ext cx="9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2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2. KONEKSI
(Mengirim)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3552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Mengirimkan data dari kandang.
Menggunakan Wi-Fi, kartu SIM
4G/5G, atau gelombang LoRa
ke internet.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3977639"/>
            <a:ext cx="9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98464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98464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☁️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3. CLOUD / SERVER
(Mengolah)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5624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Pusat penyimpanan pintar.
Data disimpan, dianalisis,
dan disiapkan untuk dikirim
ke smartphone.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3977639"/>
            <a:ext cx="9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0536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0536" y="201168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834640"/>
            <a:ext cx="2788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5A623"/>
                </a:solidFill>
                <a:latin typeface="Calibri"/>
              </a:rPr>
              <a:t>4. APLIKASI / HP
(Menampilkan)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34856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97696" y="3593592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Tampilan untuk peternak.
Memunculkan data, grafik,
dan notifikasi bahaya secara
langsung di HP.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Segoe UI Emoji"/>
              </a:rPr>
              <a:t>Sensor (Kandang)  →  Sinyal (Kirim)  →  Server (Simpan)  →  HP Peternak (Baca)  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03  |  IoT di Kehidupan Sehari-Hari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B562E"/>
                </a:solidFill>
                <a:latin typeface="Calibri"/>
              </a:rPr>
              <a:t>Kalian kemungkinan besar sudah menggunakan IoT tanpa menyadarinya: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Smartwatch / Jam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971800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Mendeteksi denyut jantung &amp; langkah kaki,
kemudian mengirim laporannya ke HP.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1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33671" y="19202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3671" y="25146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Lampu Pintar (Smart Bulb)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399" y="2971800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Lampu kamar yang bisa dimatikan lewat HP
atau menyala otomatis saat jam 6 sore.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2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2" y="19202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2" y="25146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Aplikasi Cuaca di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0" y="2971800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Mengambil data real-time dari ribuan sensor
cuaca luar ruangan untuk HP Anda.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32511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9194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Pelacak GPS Kendaraan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376672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Mengirimkan koordinat lokasi motor/mobil
sehingga Anda bisa melacaknya dari jauh.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3671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33671" y="432511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1" y="49194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Pelacak Kurir Online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399" y="5376672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Melihat lokasi kurir Shopee/Gojek secara
real-time bergerak mendekati rumah.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2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47302" y="432511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2" y="49194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Pompa Air Otomatis Rumah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0" y="5376672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F5F0"/>
                </a:solidFill>
                <a:latin typeface="Calibri"/>
              </a:rPr>
              <a:t>Tandon air mati sendiri saat penuh dan hidup
sendiri saat kosong menggunakan sensor air.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04 | Perbandingan: Peternakan Tradisional vs Smart Farming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4068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A623"/>
                </a:solidFill>
                <a:latin typeface="Calibri"/>
              </a:rPr>
              <a:t>❌  Cara Tradisional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5074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Cek kandang setiap jam secara manual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Penyakit terdeteksi hanya setelah parah / mati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Hewan lepas / dicuri tidak ketahuan langsung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Pakan &amp; air sering kosong karena lupa cek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Mencatat data bobot di buku (mudah robek &amp; hilang)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Keputusan beternak berdasarkan intuisi/perkiraan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✗  Risiko kematian ternak tinggi di musim pancaroba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A623"/>
                </a:solidFill>
                <a:latin typeface="Calibri"/>
              </a:rPr>
              <a:t>✅  Dengan IoT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5623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Kandang terpantau 24/7 di layar HP Anda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Suhu &amp; detak abnormal ternak kirim alert dini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GPS mendeteksi ternak keluar batas pagar virtual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Dispenser air &amp; pakan otomatis mengisi jika habis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Timbangan otomatis rekam berat harian ke server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Manajemen farm presisi berdasarkan grafik riwayat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✓  Respons kilat mengurangi kerugian finansial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|  6 Aplikasi IoT Paling Populer di Peternakan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Smart Thermostat Kandang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560320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Sensor suhu kandang otomatis menghidupkan kipas
blow-up jika suhu melewati 30 derajat Celsius.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🏷️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Ear-Tag / Kalung Ternak Pintar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1" y="2560320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Tag di telinga/leher mendeteksi gerakan ruminasi,
detak jantung, &amp; mendeteksi masa berahi sapi.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🍽️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6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Automatic Feeder (Pakan Pintar)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4" y="2560320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Alat pakan menimbang sisa pakan di wadah
dan menuangkan pakan baru sesuai jadwal porsi.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0050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599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Pagar Virtual (Geofencing)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056632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GPS pada sapi mengirimkan alarm ke HP peternak
jika sapi menyeberang keluar batas area kebun.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9663" y="40050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4599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Smart Milking (Perah Otomatis)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1" y="5056632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Mendeteksi volume, warna, &amp; kualitas susu sapi
secara otomatis saat sapi sedang diperah.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6" y="40050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6" y="4599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Automatic Water Tank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4" y="5056632"/>
            <a:ext cx="3529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Memonitor sisa volume air minum di bak kandang
dan menyalakan pompa air secara otomatis.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06 | Kasus Nyata Kaltim: Melacak Sapi Bali (SISKA) via GPS Collar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7772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Segoe UI Emoji"/>
              </a:rPr>
              <a:t>🌴  Skenario: Integrasi Sapi di Kebun Kelapa Sawit (SISKA) Kutai Kartanegara / Paser Kaltim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2514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Calibri"/>
              </a:rPr>
              <a:t>📍 Masalah Utama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3383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Calibri"/>
              </a:rPr>
              <a:t>Sapi Bali dilepasliarkan di kebun sawit yang luasnya ratusan hektar. Peternak kesulitan mencari posisi sapi saat sore hari, sering terjadi pencurian ternak, dan sapi masuk ke kebun orang 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9935" y="411480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39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9" y="2514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Calibri"/>
              </a:rPr>
              <a:t>📡 Solusi IoT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1999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19" y="3246120"/>
            <a:ext cx="3383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Calibri"/>
              </a:rPr>
              <a:t>Sapi dipasangi kalung GPS tahan air (solar powered). Peternak membuat 'pagar virtual' (Geofencing) lewat aplikasi HP. Jika sapi ditarik pencuri keluar kebun sawit, HP peternak akan berbunyi keras.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4" y="411480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8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2514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Calibri"/>
              </a:rPr>
              <a:t>📊 Hasil Nyata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18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8" y="3246120"/>
            <a:ext cx="3383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Calibri"/>
              </a:rPr>
              <a:t>Waktu pencarian sapi berkurang dari 3 jam menjadi 10 menit saja lewat panduan peta GPS di HP. Angka kehilangan ternak turun menjadi 0% dan produktivitas sapi terpantau stabil.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💡 Peternak Cukup Memantau Lewat HP Sambil Mengerjakan Hal Lain — Sangat Hemat Waktu &amp; Tenaga!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06  |  Dampak Penerapan IoT di Peternakan — Data Global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📉 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Penurunan Kematian Ternak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53512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Kematian pedet/anak sapi berkurang berkat sensor suhu kandang &amp; alarm dini.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📈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3" y="2331720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Kenaikan Produksi Susu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3" y="2953512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Hasil perahan sapi perah meningkat berkat monitoring pakan presisi otomatis.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💰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6" y="2331720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Efisiensi Pakan (FCR)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6" y="2953512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Mengurangi pakan tercecer &amp; terbuang sia-sia dengan tempat pakan pintar.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59352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⏱️ 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82312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Menghemat Waktu Kerja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04104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Peternak tidak perlu keliling kandang berjam-jam untuk pengecekan rutin harian.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9663" y="3959352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🌍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3" y="4782312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Investasi Smart Farm Naik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6823" y="5404104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Semua perusahaan peternakan besar di dunia mulai bermigrasi penuh ke IoT.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6" y="3959352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🇮🇩 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6" y="4782312"/>
            <a:ext cx="356615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Peluang Kaltim / IKN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6" y="5404104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Sebagai penyangga pangan IKN, Kaltim dituntut memproduksi ternak dengan cepat.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07 | Apa Saja Tantangan IoT &amp; Bagaimana Solusinya?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Koneksi Internet Minim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313432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Banyak kebun sawit/lahan gembala
di Kaltim belum memiliki sinyal 4G.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990088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Pakai sinyal LoRa (alat khusus
yang memancar sinyal sendiri s/d 10 km).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9663" y="14630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3" y="1920240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Biaya Investasi Awal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1" y="2313432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Harga sensor pintar impor dinilai
terlalu mahal untuk peternak kecil.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2543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391" y="2990088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Beli secara kelompok/koperasi,
mulai dari 1 sensor utama di kandang.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6" y="14630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6" y="1920240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Gagap Teknologi (Gaptek)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4" y="2313432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Peternak senior kesulitan memakai
aplikasi di HP pintar.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7886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4" y="2990088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Mahasiswa UNMUL mendampingi
&amp; aplikasi dibuat sangat sederhana.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959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416552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Ketiadaan Listrik PLN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809744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Kandang di tengah kebun sawit tidak
punya colokan listrik.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5486400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Perangkat memakai baterai awet
atau solar panel mini bertenaga matahari.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9663" y="3959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1103" y="4416552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Kondisi Kandang Kotor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809744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Udara kandang lembab, penuh debu,
dan berisiko terinjak kaki sapi.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3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9391" y="5486400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Pasang sensor di tempat tinggi
dan pilih casing standar IP67 waterproof.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65006" y="3959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 Emoji"/>
              </a:rPr>
              <a:t>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6" y="4416552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Pencurian Alat IoT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4" y="4809744"/>
            <a:ext cx="352958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5F5F0"/>
                </a:solidFill>
                <a:latin typeface="Calibri"/>
              </a:rPr>
              <a:t>Sensor yang terpasang di sapi
berisiko dilepas/dicuri orang.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47886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74734" y="5486400"/>
            <a:ext cx="3529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  <a:latin typeface="Calibri"/>
              </a:rPr>
              <a:t>Solusi: Pasang sensor tersembunyi
yang mengirim alarm jika dilepas paksa.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07  |  Glosarium — Kamus Singkat Istilah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146304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Alat fisik untuk mengukur kondisi lapangan (seperti termometer suhu kandang).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9048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Aktuator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6" y="146304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Alat untuk melakukan tindakan fisik (seperti pompa air otomatis menyala).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450592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359152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Jembatan/alat penghubung yang mengirim data dari kandang ke internet.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72200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450592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6" y="2359152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Gudang penyimpanan data raksasa di internet, bisa diakses dari mana saja.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3346704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25526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Layar utama aplikasi HP Anda yang menyajikan semua data angka &amp; grafik.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8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72200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3346704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Real-time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325526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Pengiriman data detik ini juga (langsung tanpa ditunda-tunda).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7472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4242816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Alert / Notif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7088" y="4151376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Peringatan darurat yang masuk ke HP Anda (seperti alarm maling/sapi sakit).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72200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4242816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LoRa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1816" y="4151376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Teknologi pemancar sinyal jarak jauh tanpa internet, sangat cocok untuk kebun sawit Kaltim.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47472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5138928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IP67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47088" y="5047488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Sertifikasi ketahanan alat (artinya alat ini 100% tahan air hujan &amp; debu kandang).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9048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72200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5138928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562E"/>
                </a:solidFill>
                <a:latin typeface="Calibri"/>
              </a:rPr>
              <a:t>Plug &amp; Play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6" y="5047488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Alat yang tinggal colok dan langsung menyala tanpa perlu diprogram coding lagi.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🎯 Kuis Interaktif: Mana yang Menggunakan Teknologi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FBF73"/>
                </a:solidFill>
                <a:latin typeface="Calibri"/>
              </a:rPr>
              <a:t>Diskusikan bersama dosen &amp; teman kelas Anda, mana yang masuk kategori IoT: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B562E"/>
                </a:solidFill>
                <a:latin typeface="Calibri"/>
              </a:rPr>
              <a:t>KASUS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Lampu Kandang Otomatis Sensor Cahaya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Lampu menyala jika langit gelap menggunakan sensor fotoelektrik mekanik biasa di lampu.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FBF73"/>
                </a:solidFill>
                <a:latin typeface="Calibri"/>
              </a:rPr>
              <a:t>Jawaban: Bukan IoT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13248"/>
            <a:ext cx="3291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F5F0"/>
                </a:solidFill>
                <a:latin typeface="Calibri"/>
              </a:rPr>
              <a:t>Sebab data sensor cahaya tidak dikirim ke internet / HP Anda.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39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19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210312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B562E"/>
                </a:solidFill>
                <a:latin typeface="Calibri"/>
              </a:rPr>
              <a:t>KASUS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78892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Kamera Kandang Kirim Foto ke HP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370332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Kamera mendeteksi sapi melahirkan → mengirim foto alert secara otomatis ke WhatsApp Anda.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19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502920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Jawaban: IoT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9" y="5413248"/>
            <a:ext cx="3291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F5F0"/>
                </a:solidFill>
                <a:latin typeface="Calibri"/>
              </a:rPr>
              <a:t>Sebab ada proses sensor (kamera), koneksi internet, &amp; pengiriman data ke HP.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8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21038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8" y="210312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B562E"/>
                </a:solidFill>
                <a:latin typeface="Calibri"/>
              </a:rPr>
              <a:t>KASUS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278892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Bak Air dengan Kran Pelampung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18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38" y="370332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Bak minum sapi terisi sendiri menggunakan pelampung bola plastik (jika air turun, kran terbuka).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38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38" y="502920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FBF73"/>
                </a:solidFill>
                <a:latin typeface="Calibri"/>
              </a:rPr>
              <a:t>Jawaban: Bukan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58" y="5413248"/>
            <a:ext cx="3291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F5F0"/>
                </a:solidFill>
                <a:latin typeface="Calibri"/>
              </a:rPr>
              <a:t>Sifatnya mekanik biasa. Anda tidak bisa mengecek sisa air dari layar HP.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6473952"/>
            <a:ext cx="11612880" cy="320040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01384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💬 Tips Dosen: IoT wajib memiliki unsur SENSOR + KONEKSI INTERNET + DATA DI LAYAR HP/KOMPUTER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08  |  Peluang Karir Lulusan Peternakan di Era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  <a:latin typeface="Segoe UI Emoji"/>
              </a:rPr>
              <a:t>🎯  Profesi Baru Sarjana Peternakan Modern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Konsultan Smart Farming (membantu peternak pasang IoT)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Analis Data Ternak (membaca produktivitas dari sensor)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Manajer Kandang Presisi (mengelola kandang berbasis data)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Spesialis Nutrisi Digital (pemberian pakan otomatis)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Pendiri Startup AgriTech (membangun solusi peternakan)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Penyuluh Peternakan Modern (mengedukasi petani desa)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5F5F0"/>
                </a:solidFill>
                <a:latin typeface="Segoe UI Emoji"/>
              </a:rPr>
              <a:t>🔹  Dosen &amp; Peneliti (mengembangkan teknologi lokal Kaltim)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  <a:latin typeface="Segoe UI Emoji"/>
              </a:rPr>
              <a:t>🚀  Teknologi Masa Depan Peternakan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Drone Penggembala Sapi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146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Drone terbang memantau kawanan sapi potong
di padang rumput tanpa perlu berkuda.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5468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246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Kamera AI Pendeteksi Sakit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61188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Kamera memindai wajah &amp; jalan sapi untuk
mendeteksi sapi pincang / sakit otomatis.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5196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43434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343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Smart Agro-Silvopasture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0916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Integrasi kandang, pakan sawit, &amp; limbah
yang dipantau otomatis lewat satu layar.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34924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54406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5440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Satelit GPS Ternak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580644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Pelacakan sapi skala besar menggunakan sinyal
satelit langsung, tak tergantung menara HP.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08 | Bagaimana Cara Kita Memulai Belajar?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FBF73"/>
                </a:solidFill>
                <a:latin typeface="Calibri"/>
              </a:rPr>
              <a:t>Langkah mudah yang bisa dilakukan mahasiswa Fapet UNMUL sekarang: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Pelajari Teori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Cari video di YouTube
tentang smart farming.
Pahami konsep, bukan coding.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🔍 Kata kunci pencarian:
• 'Smart Farming Sawit Kaltim'
• 'Internet of Things Livestock'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Pakai Aplikasi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440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Unduh aplikasi rekam data
ternak gratis di Play Store
atau pakai Google Sheets.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756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📱 Aplikasi disarankan:
• iCow (manajemen sapi)
• Google Sheets (catat bobot)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3️⃣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Kolaborasi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Cari teman Fakultas Teknik/
Fasilkomti UNMUL untuk
membuat tugas akhir.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🤝 Pembagian Tugas:
• Anak Teknik: merakit alat
• Anak Fapet: memimpin riset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4️⃣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Tugas Akhir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Gunakan topik IoT sebagai
tema proposal penelitian
atau judul skripsi Anda.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📝 Ide Judul Skripsi:
• 'Pengaruh Monitor Suhu IoT
   Terhadap Produktivitas Sapi'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💡  Kesimpulan Materi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691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4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IoT Bukan untuk Programmer Saja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75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IoT adalah alat bantu peternak. Kita tidak perlu bisa membuat, kita hanya perlu tahu cara menggunakannya.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697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834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07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Efisiensi Meningkat Pesat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18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Monitor suhu kandang, pemberian pakan presisi, &amp; pelacakan ternak terbukti memotong biaya operasional hingga 30%.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840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3977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0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Kaltim Punya Peluang 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IKN membutuhkan pasokan daging sapi berkualitas tinggi. Integrasi sapi sawit (SISKA) berbasis IoT adalah solusi terbaik.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4983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5120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093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Kunci Sukses: Kolaborasi Multidisiplin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04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Bekerjasamalah dengan anak IT/Elektro UNMUL. Kolaborasi melahirkan inovasi peternakan bernilai tinggi.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4114800" cy="41148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88552" y="3474720"/>
            <a:ext cx="3200400" cy="32004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49240" y="685800"/>
            <a:ext cx="1463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0" b="0" i="0">
                <a:solidFill>
                  <a:srgbClr val="FFFFFF"/>
                </a:solidFill>
                <a:latin typeface="Segoe UI Emoji"/>
              </a:rP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Terima Kasih!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6FBF73"/>
                </a:solidFill>
                <a:latin typeface="Calibri"/>
              </a:rPr>
              <a:t>"Peternak masa depan bukan lagi mereka yang hanya memegang cangkul dan arit,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6FBF73"/>
                </a:solidFill>
                <a:latin typeface="Calibri"/>
              </a:rPr>
              <a:t>tapi mereka yang mengendalikan kesehatan ternak dari genggaman jempolnya!"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94760" y="3749039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A623"/>
                </a:solidFill>
                <a:latin typeface="Segoe UI Emoji"/>
              </a:rPr>
              <a:t>❓  Ada Pertanyaan?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F5F0"/>
                </a:solidFill>
                <a:latin typeface="Calibri"/>
              </a:rPr>
              <a:t>Mari Kita Mulai Diskusi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5166360"/>
            <a:ext cx="6675120" cy="8686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5230368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  <a:latin typeface="Calibri"/>
              </a:rPr>
              <a:t>Fakultas Peternakan  ·  Universitas Mulawarman  ·  Samarinda, Kalimantan Timur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57784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unmul.ac.id  ·  Smart Livestock Farming Project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🧪  Praktikum IoT: Simulasi di Wokwi (Tanpa Hardware!)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21208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0FA7B"/>
                </a:solidFill>
                <a:latin typeface="Calibri"/>
              </a:rPr>
              <a:t>🌐  Apa itu Wokwi?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Simulator IoT/Arduino GRATIS berbasis browser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Tidak perlu beli hardware apapun sama sekali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Tersedia sensor, motor, layar LCD, dan LED virtual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Kode bisa ditulis &amp; dijalankan langsung di situs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Proyek bisa dibagikan via link ke teman/dosen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Dipakai oleh jutaan pelajar &amp; insinyur di seluruh dunia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Akses dari HP atau laptop — tidak perlu install apapun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371600"/>
            <a:ext cx="6217920" cy="24231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463040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Segoe UI Emoji"/>
              </a:rPr>
              <a:t>🎯  Kenapa Cocok untuk Mahasiswa Peternakan?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011680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Tidak perlu modal beli sensor &amp; alat elektronika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Bisa dicoba berkali-kali tanpa takut alat rusak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Bisa langsung eksperimen ubah nilai suhu kandang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Cocok dikerjakan dari rumah atau kos mahasiswa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931920"/>
            <a:ext cx="6217920" cy="1051560"/>
          </a:xfrm>
          <a:prstGeom prst="roundRect">
            <a:avLst>
              <a:gd name="adj" fmla="val 5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400507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2828"/>
                </a:solidFill>
                <a:latin typeface="Calibri"/>
              </a:rPr>
              <a:t>🔗  Alamat Website: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315968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82828"/>
                </a:solidFill>
                <a:latin typeface="Calibri"/>
              </a:rPr>
              <a:t>wokwi.com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5120640"/>
            <a:ext cx="6217920" cy="141732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519379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E9FD"/>
                </a:solidFill>
                <a:latin typeface="Segoe UI Emoji"/>
              </a:rPr>
              <a:t>⚙️  Komponen Virtual yang Tersedia di Wokwi: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62356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Segoe UI Emoji"/>
              </a:rPr>
              <a:t>🌡️ Sensor Suhu DHT22    📺 Layar LCD    💡 LED Alarm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98932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Segoe UI Emoji"/>
              </a:rPr>
              <a:t>📍 GPS Module    🔊 Buzzer    ⚖️ Load Cell (Timbangan)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50FA7B"/>
                </a:solidFill>
                <a:latin typeface="Calibri"/>
              </a:rPr>
              <a:t>🐄  Proyek Simulasi: Monitor Suhu &amp; Kelembaban Kandang Sapi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11612880" cy="65836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B86C"/>
                </a:solidFill>
                <a:latin typeface="Segoe UI Emoji"/>
              </a:rPr>
              <a:t>🎯  Tujuan: Membuat alat virtual yang menampilkan suhu kandang dan menyalakan lampu merah jika terlalu panas (&gt; 30°C)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148840"/>
            <a:ext cx="320040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🔧  Komponen Virtual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43200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529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16352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Arduino 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12724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Otak pengontrol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93008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60273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Sensor DHT22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7705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Baca suhu &amp; lembab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242816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525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LCD 16x2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2686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Tampilkan angka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992624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1023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065776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LED Merah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76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Lampu alarm panas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742432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15584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Resistor 220Ω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612648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Pengaman LED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80" y="2148840"/>
            <a:ext cx="493776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94760" y="2240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⚙️  Cara Kerjanya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7432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39" y="276148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2743200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Sensor DHT22 membaca
suhu &amp; kelembaban kandang
setiap 2 detik sekali.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318211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49039" y="362102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39" y="36393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3621024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Hasilnya ditampilkan
di layar LCD:
"Suhu: 33.0°C | Lembab: 75.0 %"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8768" y="405993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49039" y="44988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39" y="451713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498848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Program cek:
Apakah suhu &gt; 30°C?
JIKA IYA → LED MERAH MENYALA
JIKA TIDAK → LED tetap mati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58768" y="49377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39" y="5376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39" y="539496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376672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Proses diulang terus
setiap 2 detik.
Seperti sensor kandang asli!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2148840"/>
            <a:ext cx="324612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0" y="2240280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&lt;/&gt;  Cuplikan Kode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743200"/>
            <a:ext cx="288036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Batas suhu aman kandang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8BE9FD"/>
                </a:solidFill>
                <a:latin typeface="Courier New"/>
              </a:rPr>
              <a:t>#define BATAS_SUHU 30.0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Baca data dari sensor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float suhu =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B86C"/>
                </a:solidFill>
                <a:latin typeface="Courier New"/>
              </a:rPr>
              <a:t>  dht.readTemperature();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Cek kondisi suhu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if (suhu &gt; BATAS_SUHU) {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  // Nyalakan LED alarm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5555"/>
                </a:solidFill>
                <a:latin typeface="Courier New"/>
              </a:rPr>
              <a:t>  digitalWrite(LED,HIGH);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} else {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  digitalWrite(LED,LOW);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delay(2000); // tunggu 2 detik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519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Segoe UI Emoji"/>
              </a:rPr>
              <a:t>🔥  Tantangan: Ubah nilai BATAS_SUHU dari 30 menjadi 25. Lihat kapan LED alarm menyala!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📋  Cara Menggunakan Wokwi — Panduan Langkah Demi Langkah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Buka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Buka Google Chrome / Firefox di
laptop atau HP kamu.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Tidak perlu install aplikasi apapun!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Kunjungi Wokwi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Ketik di address bar browser:
wokwi.com
lalu tekan Enter.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Gratis, tidak perlu daftar!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6676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Buat Proyek Baru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'New Project'
lalu pilih 'Arduino Uno'
sebagai platform.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Editor kode akan terbuka.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148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Tempel Kode Program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Pilih semua teks di tab sketch.ino
(Ctrl+A), hapus, lalu tempel
kode yang diberikan dosen.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File kode ada di folder praktikum.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38912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Tempel Rangkaian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484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tab diagram.json, pilih
semua (Ctrl+A), hapus, lalu
tempel isi diagram.json dari dosen.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Komponen virtual akan muncul!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36676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6676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Jalankan &amp; Eksplorasi!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tombol ▶ (Play hijau) di
pojok atas. Tunggu loading,
lalu lihat LCD dan LED virtual!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6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Klik DHT22 → ubah suhu → lihat hasil!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6473952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6501384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Segoe UI Emoji"/>
              </a:rPr>
              <a:t>🌐  Mulai sekarang di: wokwi.com   |   File kode: sketch.ino &amp; diagram.json (dari dosen)   |   Tidak perlu daftar!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